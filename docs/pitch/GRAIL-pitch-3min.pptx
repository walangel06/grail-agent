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0:00–0:30 · 5 coin aldınız ama birlikte hareket ettikleri için son 30 günde aslında 1,4 bağımsız bahis gibi davrandılar. GRAIL bunu ölçen ve her kararını işlemden önce zincire mühürleyen bir ajan: Proof before profit, önce kanıt sonra kâr.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0:30–1:00 · Parasını bir AI ajanına emanet etmek isteyen biri bugün sadece iddia görüyor: seçilmiş testler, düzenlenebilir ekran görüntüleri, sonradan düzeltilen kayıtlar. Ajanın sicilini kimse bağımsız olarak doğrulayamıyor.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1:00–1:45 · Ajan her 90 saniyede kararını önce Avalanche'a mühürlüyor, sonra OKX'te emri veriyor, sonra kararı açıyor; trend varsa momentum, piyasa yatay görünüyorsa ortalamaya dönüş seçiyor. Limitler kodda: sadece spot, kaldıraç ve para çekme yok, emir başı 10, toplam 50 dolar, yapay zekâ sadece azaltabilir.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1:45–2:40 · Siteye geç: Kararlar'da bir kartta Verify yourself'e basıyorum, tarayıcı mührü Avalanche'tan okuyup yeşil gösteriyor; Try to cheat ile tek bir sayıyı değiştirince kırmızıya dönüyor. İlk gerçek emir bugün 15:37'de verildi ve npm run audit bütün sicilin 80/80 eşleştiğini gösteriyor; getiride al-tutu geçtiğimizi iddia etmiyoruz, düşüşü yarıdan fazla azalttık.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2:40–3:00 · GRAIL kârı vaat etmiyor, kanıtı veriyor: her karar emirden önce mühürlü ve herkes kontrol edebilir. Proof before profit, önce kanıt sonra kâr; bize güvenmeyin, doğrulayın.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92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OKX AGENT TRADE KIT  ×  AVALANCHE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before profit.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kanıt, sonra kâr.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coin aldınız, </a:t>
            </a:r>
            <a:pPr indent="0" marL="0">
              <a:buNone/>
            </a:pPr>
            <a:r>
              <a:rPr lang="en-US" sz="17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aslında 1,4 bağımsız bahis (n_eff).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Trading Hackathon · Ankara · 17 Ekim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1874520"/>
            <a:ext cx="685800" cy="685800"/>
          </a:xfrm>
          <a:prstGeom prst="ellipse">
            <a:avLst/>
          </a:prstGeom>
          <a:solidFill>
            <a:srgbClr val="1A2130">
              <a:alpha val="90000"/>
            </a:srgbClr>
          </a:solidFill>
          <a:ln w="12700">
            <a:solidFill>
              <a:srgbClr val="8A94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23560" y="1691640"/>
            <a:ext cx="685800" cy="685800"/>
          </a:xfrm>
          <a:prstGeom prst="ellipse">
            <a:avLst/>
          </a:prstGeom>
          <a:solidFill>
            <a:srgbClr val="1A2130">
              <a:alpha val="90000"/>
            </a:srgbClr>
          </a:solidFill>
          <a:ln w="12700">
            <a:solidFill>
              <a:srgbClr val="8A94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2194560"/>
            <a:ext cx="685800" cy="685800"/>
          </a:xfrm>
          <a:prstGeom prst="ellipse">
            <a:avLst/>
          </a:prstGeom>
          <a:solidFill>
            <a:srgbClr val="1A2130">
              <a:alpha val="90000"/>
            </a:srgbClr>
          </a:solidFill>
          <a:ln w="12700">
            <a:solidFill>
              <a:srgbClr val="8A94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2423160"/>
            <a:ext cx="685800" cy="685800"/>
          </a:xfrm>
          <a:prstGeom prst="ellipse">
            <a:avLst/>
          </a:prstGeom>
          <a:solidFill>
            <a:srgbClr val="1A2130">
              <a:alpha val="90000"/>
            </a:srgbClr>
          </a:solidFill>
          <a:ln w="12700">
            <a:solidFill>
              <a:srgbClr val="8A94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2514600"/>
            <a:ext cx="685800" cy="685800"/>
          </a:xfrm>
          <a:prstGeom prst="ellipse">
            <a:avLst/>
          </a:prstGeom>
          <a:solidFill>
            <a:srgbClr val="1A2130">
              <a:alpha val="90000"/>
            </a:srgbClr>
          </a:solidFill>
          <a:ln w="12700">
            <a:solidFill>
              <a:srgbClr val="8A9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12280" y="20116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7269480" y="1600200"/>
            <a:ext cx="1463040" cy="1463040"/>
          </a:xfrm>
          <a:prstGeom prst="ellipse">
            <a:avLst/>
          </a:prstGeom>
          <a:solidFill>
            <a:srgbClr val="0B0E14"/>
          </a:solidFill>
          <a:ln w="31750">
            <a:solidFill>
              <a:srgbClr val="E8B0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16002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49440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bahis · 30 gün ort.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AI ajanının sicili doğrulanamıyor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23760" y="292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0:30–1:00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183880" cy="731520"/>
          </a:xfrm>
          <a:prstGeom prst="roundRect">
            <a:avLst>
              <a:gd name="adj" fmla="val 15000"/>
            </a:avLst>
          </a:prstGeom>
          <a:solidFill>
            <a:srgbClr val="121722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91056"/>
            <a:ext cx="384048" cy="384048"/>
          </a:xfrm>
          <a:prstGeom prst="ellipse">
            <a:avLst/>
          </a:prstGeom>
          <a:solidFill>
            <a:srgbClr val="0B0E14"/>
          </a:solidFill>
          <a:ln w="19050">
            <a:solidFill>
              <a:srgbClr val="E8B0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sonuçları seçilerek gösteriliyor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iyi denemeler öne çıkarılıyor.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183880" cy="731520"/>
          </a:xfrm>
          <a:prstGeom prst="roundRect">
            <a:avLst>
              <a:gd name="adj" fmla="val 15000"/>
            </a:avLst>
          </a:prstGeom>
          <a:solidFill>
            <a:srgbClr val="121722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59736"/>
            <a:ext cx="384048" cy="384048"/>
          </a:xfrm>
          <a:prstGeom prst="ellipse">
            <a:avLst/>
          </a:prstGeom>
          <a:solidFill>
            <a:srgbClr val="0B0E14"/>
          </a:solidFill>
          <a:ln w="19050">
            <a:solidFill>
              <a:srgbClr val="E8B0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3774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görüntüsü düzenlenebilir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6700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 gösteren bir resim kanıt değildir.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183880" cy="731520"/>
          </a:xfrm>
          <a:prstGeom prst="roundRect">
            <a:avLst>
              <a:gd name="adj" fmla="val 15000"/>
            </a:avLst>
          </a:prstGeom>
          <a:solidFill>
            <a:srgbClr val="121722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28416"/>
            <a:ext cx="384048" cy="384048"/>
          </a:xfrm>
          <a:prstGeom prst="ellipse">
            <a:avLst/>
          </a:prstGeom>
          <a:solidFill>
            <a:srgbClr val="0B0E14"/>
          </a:solidFill>
          <a:ln w="19050">
            <a:solidFill>
              <a:srgbClr val="E8B0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Kararlar sonradan "düzeltiliyor"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5387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Piyasa hareket edince kayıtlar yeniden yazılabilir.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Kimin için: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parasını bir AI ajanına emanet etmek isteyen ve önce kanıt görmek isteyen herkes.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NASIL ÇALIŞIR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Önce mühür, sonra emir, sonra açılış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23760" y="292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1:00–1:45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121722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0B0E14"/>
          </a:solidFill>
          <a:ln w="19050">
            <a:solidFill>
              <a:srgbClr val="8B9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63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Mühürle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Kararın parmak izi (hash) emirden önce Avalanche'a yazılır.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7180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121722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463040"/>
            <a:ext cx="384048" cy="384048"/>
          </a:xfrm>
          <a:prstGeom prst="ellipse">
            <a:avLst/>
          </a:prstGeom>
          <a:solidFill>
            <a:srgbClr val="0B0E14"/>
          </a:solidFill>
          <a:ln w="19050">
            <a:solidFill>
              <a:srgbClr val="E8B0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1463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OKX Agent Trade Kit ile OKX TR'de spot emir.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06440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121722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463040"/>
            <a:ext cx="384048" cy="384048"/>
          </a:xfrm>
          <a:prstGeom prst="ellipse">
            <a:avLst/>
          </a:prstGeom>
          <a:solidFill>
            <a:srgbClr val="0B0E14"/>
          </a:solidFill>
          <a:ln w="19050">
            <a:solidFill>
              <a:srgbClr val="8B9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14630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1920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yayınlanır; herkes mühürle eşleştiğini kontrol eder.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1A2130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788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Rejime göre strateji (Hurst tahmini)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1272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→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Yatay →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ortalamaya dönüş (Ornstein-Uhlenbeck)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barlık Hurst bir tahmindir, kesin tespit değil.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69748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1A2130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788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Limitler kodda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1272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spot · kaldıraç yok · para çekme yok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 başı $10, toplam $50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durdurma (kill switch) · AI sadece azaltır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90 saniyede, insan tıklaması olmadan. Gerçek moda geçişi sadece insan açar.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KANIT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Bize güvenme, doğrula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223760" y="292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1:45–2:40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960120"/>
          </a:xfrm>
          <a:prstGeom prst="roundRect">
            <a:avLst>
              <a:gd name="adj" fmla="val 11429"/>
            </a:avLst>
          </a:prstGeom>
          <a:solidFill>
            <a:srgbClr val="1A2130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0B0E1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435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yourself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(kendin doğrula) tarayıcın mührü Avalanche'tan okur → yeşil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977640" cy="960120"/>
          </a:xfrm>
          <a:prstGeom prst="roundRect">
            <a:avLst>
              <a:gd name="adj" fmla="val 11429"/>
            </a:avLst>
          </a:prstGeom>
          <a:solidFill>
            <a:srgbClr val="1A2130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0B0E14"/>
          </a:solidFill>
          <a:ln w="19050">
            <a:solidFill>
              <a:srgbClr val="F970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35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cheat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178308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(hile yapmayı dene) tek bir sayıyı değiştir → kırmızı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977640" cy="960120"/>
          </a:xfrm>
          <a:prstGeom prst="roundRect">
            <a:avLst>
              <a:gd name="adj" fmla="val 11429"/>
            </a:avLst>
          </a:prstGeom>
          <a:solidFill>
            <a:srgbClr val="121722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697480"/>
            <a:ext cx="411480" cy="411480"/>
          </a:xfrm>
          <a:prstGeom prst="ellipse">
            <a:avLst/>
          </a:prstGeom>
          <a:solidFill>
            <a:srgbClr val="0B0E14"/>
          </a:solidFill>
          <a:ln w="19050">
            <a:solidFill>
              <a:srgbClr val="E8B0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532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gerçek emir 15:37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2 USDT alım · OKX 4017748393474314240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3977640" cy="960120"/>
          </a:xfrm>
          <a:prstGeom prst="roundRect">
            <a:avLst>
              <a:gd name="adj" fmla="val 11429"/>
            </a:avLst>
          </a:prstGeom>
          <a:solidFill>
            <a:srgbClr val="121722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697480"/>
            <a:ext cx="411480" cy="411480"/>
          </a:xfrm>
          <a:prstGeom prst="ellipse">
            <a:avLst/>
          </a:prstGeom>
          <a:solidFill>
            <a:srgbClr val="0B0E14"/>
          </a:solidFill>
          <a:ln w="19050">
            <a:solidFill>
              <a:srgbClr val="8B9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5328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audit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28803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sicil: 80/80 MATCH, 0 açılmamış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8183880" cy="1005840"/>
          </a:xfrm>
          <a:prstGeom prst="roundRect">
            <a:avLst>
              <a:gd name="adj" fmla="val 10909"/>
            </a:avLst>
          </a:prstGeom>
          <a:solidFill>
            <a:srgbClr val="1A2130"/>
          </a:solidFill>
          <a:ln w="9525">
            <a:solidFill>
              <a:srgbClr val="2630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6118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0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sonuç: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gün tekrar oynatmada en kötü düşüş %4,5 (al-tut %14,5), getiri +%1,6 (al-tut +%8,8).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İsabet (IC) iddiamız yok; ölçtüğümüz ve yönettiğimiz şey genişlik (n_eff 1,4).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292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2:40–3:00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B0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before profit.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kanıt, sonra kâr.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A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Bize güvenme, doğrula.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demo: </a:t>
            </a:r>
            <a:pPr indent="0" marL="0">
              <a:buNone/>
            </a:pPr>
            <a:r>
              <a:rPr lang="en-US" sz="1200" dirty="0">
                <a:solidFill>
                  <a:srgbClr val="8B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&lt;PAGES_URL&gt;</a:t>
            </a:r>
            <a:pPr indent="0" marL="0">
              <a:buNone/>
            </a:pPr>
            <a:r>
              <a:rPr lang="en-US" sz="12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Kod: </a:t>
            </a:r>
            <a:pPr indent="0" marL="0">
              <a:buNone/>
            </a:pPr>
            <a:r>
              <a:rPr lang="en-US" sz="1200" dirty="0">
                <a:solidFill>
                  <a:srgbClr val="8B9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github.com/WalAngeL06/grail-agent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GRAIL — Proof before profit</dc:title>
  <dc:subject>PptxGenJS Presentation</dc:subject>
  <dc:creator>GRAIL</dc:creator>
  <cp:lastModifiedBy>GRAIL</cp:lastModifiedBy>
  <cp:revision>1</cp:revision>
  <dcterms:created xsi:type="dcterms:W3CDTF">2026-10-17T14:52:16Z</dcterms:created>
  <dcterms:modified xsi:type="dcterms:W3CDTF">2026-10-17T14:52:16Z</dcterms:modified>
</cp:coreProperties>
</file>